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business story: this is the control plane for governed agent onboarding, tooling, deployment, and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onboarding: SignPoint request, first login creates user record, org/project memberships, AWS account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separation of concerns: discovery is raw inventory, org tool registry is physical registration, project grant is logical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AgentVersion as the approval boundary; deployment uses approved tools only and narrow allowedTools.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dashboard value: one pane for agent lifecycle, runs, token consumption, approvals, and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Guardian AI Platform — Control Plane Demo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Guardian Control Plane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44475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Demo walkthrough: from onboarding to governed deployment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224028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102A4C"/>
          </a:solidFill>
          <a:ln w="1016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514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Today’s story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2926080"/>
            <a:ext cx="43891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E2E8F0"/>
                </a:solidFill>
              </a:rPr>
              <a:t>Onboard users and organize access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Discover/register governed tools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Grant tools to projects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Deploy approved agents with visibility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298448"/>
            <a:ext cx="4069080" cy="1115568"/>
          </a:xfrm>
          <a:prstGeom prst="roundRect">
            <a:avLst>
              <a:gd name="adj" fmla="val 9836"/>
            </a:avLst>
          </a:prstGeom>
          <a:solidFill>
            <a:srgbClr val="EAF2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0256" y="146304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0256" y="15499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0" y="1463040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Access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7132320" y="173736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SignPoint → login → user DB → org/project roles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492240" y="2670048"/>
            <a:ext cx="4069080" cy="1115568"/>
          </a:xfrm>
          <a:prstGeom prst="roundRect">
            <a:avLst>
              <a:gd name="adj" fmla="val 9836"/>
            </a:avLst>
          </a:prstGeom>
          <a:solidFill>
            <a:srgbClr val="ECFDF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0256" y="283464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29215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2834640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Govern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7132320" y="310896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AWS account sync → tool registry → approvals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492240" y="4041648"/>
            <a:ext cx="4069080" cy="1115568"/>
          </a:xfrm>
          <a:prstGeom prst="roundRect">
            <a:avLst>
              <a:gd name="adj" fmla="val 9836"/>
            </a:avLst>
          </a:prstGeom>
          <a:solidFill>
            <a:srgbClr val="FFF7ED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0256" y="4206240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42931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0" y="4206240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Run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132320" y="448056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Harness/Runtime deployment → runs, tokens, audit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522208" y="2432304"/>
            <a:ext cx="0" cy="22860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22208" y="3803904"/>
            <a:ext cx="0" cy="22860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13232" y="516636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Single pane of glass for agent lifecycle, governance, deployment, and runtime visibility.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Onboard users, organizations, and AWS accounts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Show how the control plane turns enterprise access into governed platform access.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240280" cy="1115568"/>
          </a:xfrm>
          <a:prstGeom prst="roundRect">
            <a:avLst>
              <a:gd name="adj" fmla="val 9836"/>
            </a:avLst>
          </a:prstGeom>
          <a:solidFill>
            <a:srgbClr val="DBEAFE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5819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6687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58191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SignPoint request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User requests access through enterprise onboarding.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5146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2696" y="15819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6687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58191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Login + user table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794760" y="1856232"/>
            <a:ext cx="174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First login creates/updates the platform user record in Postgres.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89320" y="1417320"/>
            <a:ext cx="2423160" cy="1115568"/>
          </a:xfrm>
          <a:prstGeom prst="roundRect">
            <a:avLst>
              <a:gd name="adj" fmla="val 9836"/>
            </a:avLst>
          </a:prstGeom>
          <a:solidFill>
            <a:srgbClr val="D1FAE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58191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6687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29400" y="158191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Organization role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629400" y="185623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Owner / Member / Viewer defines org-level capabilities.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732520" y="1417320"/>
            <a:ext cx="2468880" cy="1115568"/>
          </a:xfrm>
          <a:prstGeom prst="roundRect">
            <a:avLst>
              <a:gd name="adj" fmla="val 9836"/>
            </a:avLst>
          </a:prstGeom>
          <a:solidFill>
            <a:srgbClr val="FFEDD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0536" y="158191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0536" y="16687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72600" y="158191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AWS accounts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9372600" y="185623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Attach DEV / PROD accounts with discovery and deployment roles.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834640" y="1975104"/>
            <a:ext cx="310896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0" y="1975104"/>
            <a:ext cx="310896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12480" y="1975104"/>
            <a:ext cx="310896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4360" y="2999232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2999232"/>
            <a:ext cx="82296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638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What to demo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95528" y="3483864"/>
            <a:ext cx="301752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</a:rPr>
              <a:t>Organization page and member roles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User must exist in Postgres before org/project assignment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AWS account connection per environment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343400" y="2999232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3400" y="2999232"/>
            <a:ext cx="82296" cy="1965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4568" y="31638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Backend API owns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44568" y="3483864"/>
            <a:ext cx="301752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</a:rPr>
              <a:t>Membership validation and authorization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Cross-account role configuration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Audit records for access changes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092440" y="2999232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92440" y="2999232"/>
            <a:ext cx="82296" cy="1965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3608" y="31638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Value message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93608" y="3483864"/>
            <a:ext cx="301752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</a:rPr>
              <a:t>Business teams do not need direct AWS access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Access is governed by org/project roles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Environment setup is centralized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7936992" y="5340096"/>
            <a:ext cx="3639312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544982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Talk track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942832" y="544982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“We convert enterprise identity into governed platform access, then map organizations to the AWS accounts they are allowed to manage.”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Discover resources, register tools, grant projects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Keep discovery, physical Gateway registration, and project access as separate control points.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331720" cy="1115568"/>
          </a:xfrm>
          <a:prstGeom prst="roundRect">
            <a:avLst>
              <a:gd name="adj" fmla="val 9836"/>
            </a:avLst>
          </a:prstGeom>
          <a:solidFill>
            <a:srgbClr val="DBEAFE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39903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4859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39903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AWS inventory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1143000" y="1673352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Scan Lambdas, API Gateway APIs, KBs, existing Gateway tools.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2468880" cy="1115568"/>
          </a:xfrm>
          <a:prstGeom prst="roundRect">
            <a:avLst>
              <a:gd name="adj" fmla="val 9836"/>
            </a:avLst>
          </a:prstGeom>
          <a:solidFill>
            <a:srgbClr val="D1FAE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82696" y="139903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4859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39903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Org Tool Registry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794760" y="167335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Convert a discovered resource into a governed OrganizationTool.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89320" y="1234440"/>
            <a:ext cx="2468880" cy="1115568"/>
          </a:xfrm>
          <a:prstGeom prst="roundRect">
            <a:avLst>
              <a:gd name="adj" fmla="val 9836"/>
            </a:avLst>
          </a:prstGeom>
          <a:solidFill>
            <a:srgbClr val="EDE9FE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39903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4859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29400" y="139903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Shared Gateway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629400" y="167335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Register/import once into environment AgentCore Gateway.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823960" y="1234440"/>
            <a:ext cx="2423160" cy="1115568"/>
          </a:xfrm>
          <a:prstGeom prst="roundRect">
            <a:avLst>
              <a:gd name="adj" fmla="val 9836"/>
            </a:avLst>
          </a:prstGeom>
          <a:solidFill>
            <a:srgbClr val="FFEDD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1976" y="139903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51976" y="14859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64040" y="139903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Project grant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9464040" y="167335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Grant only selected tools to each project.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834640" y="1792224"/>
            <a:ext cx="310896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23560" y="1792224"/>
            <a:ext cx="356616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58200" y="1792224"/>
            <a:ext cx="356616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" y="3154680"/>
            <a:ext cx="1065276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3401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Key design rule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33649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Registered in Gateway ≠ available to every project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926080" y="381304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OrganizationTool is reusable, ProjectToolGrant controls who can use it.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234440" y="4956048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5029200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Project A: approved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0" y="4956048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5029200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Project B: pending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15000" y="4956048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8152" y="5029200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Project C: no access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936992" y="5340096"/>
            <a:ext cx="3639312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544982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Talk track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942832" y="544982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“We register tools once at the organization level, then grant access project by project. That prevents duplication and preserves governance.”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Register, approve, and deploy governed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Agent Builder only exposes project-approved tools; deployment uses AgentCore Harness or Runtime.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2514600" cy="1115568"/>
          </a:xfrm>
          <a:prstGeom prst="roundRect">
            <a:avLst>
              <a:gd name="adj" fmla="val 9836"/>
            </a:avLst>
          </a:prstGeom>
          <a:solidFill>
            <a:srgbClr val="DBEAFE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33502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218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350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Register agent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1234440" y="1609344"/>
            <a:ext cx="174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Choose Harness, Runtime package, CrewAI package, or future LangGraph.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429000" y="1170432"/>
            <a:ext cx="2514600" cy="1115568"/>
          </a:xfrm>
          <a:prstGeom prst="roundRect">
            <a:avLst>
              <a:gd name="adj" fmla="val 9836"/>
            </a:avLst>
          </a:prstGeom>
          <a:solidFill>
            <a:srgbClr val="D1FAE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1335024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4218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69080" y="13350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Bind capabilities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4069080" y="1609344"/>
            <a:ext cx="174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Select only ProjectToolGrant tools and approved KB tools.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263640" y="1170432"/>
            <a:ext cx="2514600" cy="1115568"/>
          </a:xfrm>
          <a:prstGeom prst="roundRect">
            <a:avLst>
              <a:gd name="adj" fmla="val 9836"/>
            </a:avLst>
          </a:prstGeom>
          <a:solidFill>
            <a:srgbClr val="FFEDD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1656" y="1335024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4218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03720" y="13350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Validate version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903720" y="1609344"/>
            <a:ext cx="174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Check tools, model, KB, roles, environment mapping.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9098280" y="1170432"/>
            <a:ext cx="2423160" cy="1115568"/>
          </a:xfrm>
          <a:prstGeom prst="roundRect">
            <a:avLst>
              <a:gd name="adj" fmla="val 9836"/>
            </a:avLst>
          </a:prstGeom>
          <a:solidFill>
            <a:srgbClr val="EDE9FE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26296" y="133502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6296" y="14218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38360" y="1335024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Deploy approved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9738360" y="1609344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Harness spec uses Gateway ARN + narrow allowedTools.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108960" y="1728216"/>
            <a:ext cx="310896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3600" y="1728216"/>
            <a:ext cx="310896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78240" y="1728216"/>
            <a:ext cx="310896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5800" y="29718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2971800"/>
            <a:ext cx="82296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31363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Harness path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86968" y="3456432"/>
            <a:ext cx="301752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</a:rPr>
              <a:t>Managed/configuration-based agent loop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Approved prompt, model, Gateway, allowedTools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Named endpoint per environment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434840" y="29718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2971800"/>
            <a:ext cx="82296" cy="2011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31363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Runtime path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636008" y="3456432"/>
            <a:ext cx="301752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</a:rPr>
              <a:t>Custom packages: CrewAI, custom Python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Package validation and approval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Better fit for complex code-based agents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183880" y="29718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3880" y="2971800"/>
            <a:ext cx="82296" cy="2011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85048" y="31363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Future path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385048" y="3456432"/>
            <a:ext cx="301752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</a:rPr>
              <a:t>LangGraph through adapter pattern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Same governance and approval model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No framework-specific lock-in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7936992" y="5340096"/>
            <a:ext cx="3639312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544982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Talk track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942832" y="544982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“The agent version is the approval boundary. We deploy exactly what was approved, not just an agent name.”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Dashboard: one pane for lifecycle, cost, and runtime visibility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Close by showing how governance connects to run-level observability and token consumption.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5720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Dashboard 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39112"/>
            <a:ext cx="813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Agents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57400" y="19659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2039112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Runs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08960" y="196596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2039112"/>
            <a:ext cx="813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Tokens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51960" y="1965960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2039112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Audit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2743200"/>
            <a:ext cx="502920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3273552"/>
            <a:ext cx="502920" cy="10241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487168"/>
            <a:ext cx="502920" cy="18105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2971800"/>
            <a:ext cx="502920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3584448"/>
            <a:ext cx="502920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5262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Run &amp; token trend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128016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1280160"/>
            <a:ext cx="82296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What you will emphasize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70448" y="1764792"/>
            <a:ext cx="246888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</a:rPr>
              <a:t>Governance is built into every step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Project teams see only what they are approved to use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Dev → Prod promotion resolves environment-specific resources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732520" y="128016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1280160"/>
            <a:ext cx="82296" cy="1965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33688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Business value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33688" y="1764792"/>
            <a:ext cx="246888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</a:rPr>
              <a:t>Faster onboarding for agent teams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Reduced AWS complexity for users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Audit, approvals, cost, and runs in one view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669280" y="3794760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40507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Close with: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40050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“Guardian AI Platform makes agent delivery governed, repeatable, and observable.”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7936992" y="5340096"/>
            <a:ext cx="3639312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544982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Talk track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942832" y="544982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“The value is not just creating agents. It is managing the full lifecycle with approvals, deployments, runs, tokens, and audit.”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Guardian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 Control Plane Demo Walkthrough</dc:title>
  <dc:subject>Guardian Control Plane Demo Walkthrough</dc:subject>
  <dc:creator>OpenAI</dc:creator>
  <cp:lastModifiedBy>OpenAI</cp:lastModifiedBy>
  <cp:revision>1</cp:revision>
  <dcterms:created xsi:type="dcterms:W3CDTF">2026-08-26T13:30:19Z</dcterms:created>
  <dcterms:modified xsi:type="dcterms:W3CDTF">2026-08-26T13:30:19Z</dcterms:modified>
</cp:coreProperties>
</file>